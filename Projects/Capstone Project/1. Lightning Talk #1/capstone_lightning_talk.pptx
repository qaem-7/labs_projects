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3514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 · LT #1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128903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Lightning Talk #1: Pitch + Problem Statement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topics — problem statement, goals, approach, data, and EDA findings for each.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143000" y="4709160"/>
            <a:ext cx="0" cy="0"/>
          </a:xfrm>
          <a:prstGeom prst="line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3931920" y="4709160"/>
            <a:ext cx="0" cy="0"/>
          </a:xfrm>
          <a:prstGeom prst="line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720840" y="4709160"/>
            <a:ext cx="0" cy="0"/>
          </a:xfrm>
          <a:prstGeom prst="line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9509760" y="4709160"/>
            <a:ext cx="0" cy="0"/>
          </a:xfrm>
          <a:prstGeom prst="line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731520" y="6263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Qaem Albaqal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_eng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638" y="459486"/>
            <a:ext cx="534924" cy="5349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Turbofan Engine Pressure Prediction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10104120" y="438912"/>
            <a:ext cx="18745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104120" y="4389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298448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EEF2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49808" y="1298448"/>
            <a:ext cx="10661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sensors on jet engines can degrade, fail, or give noisy readings under extreme conditions. If the HPC outlet static pressure sensor fails mid-flight, can we estimate it from the engine's other readings to keep the aircraft flying safely?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251460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5623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HPC Outlet Static Pressure using other sensors and operating settings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“virtual sensor” regression model to act as a fail-safe backup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which engine metrics (temps, speeds) matter most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5623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features: rolling 5-cycle sensor averages, engine wear-stage bins, compressor thermal ratio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sensor units (°R→°C, psia→bar) before modeling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Linear Regression, then Random Forest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355080" y="237744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675120" y="259689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298094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675120" y="3172968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C-MAPSS Turbofan Degradation Simulation (FD001, Kaggle)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675120" y="363931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675120" y="3831336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20,631 rows  ×  26 columns (raw)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675120" y="429768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675120" y="4489704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found (0 nulls across all columns)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0" y="495604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SPLIT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675120" y="5148072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numerical, 1 categorical (after feature engineering)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675120" y="561441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675120" y="5806440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values likely reflect valid operating states — plan to cap via a robust scaler rather than remove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57200" y="6537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_g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638" y="459486"/>
            <a:ext cx="534924" cy="5349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Steam Game Popularity Prediction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10104120" y="438912"/>
            <a:ext cx="18745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104120" y="4389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298448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EEF2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49808" y="1298448"/>
            <a:ext cx="10661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thousands of games release on Steam each year — most never gain traction, while a few capture massive, highly engaged audiences. Can peak concurrent players be predicted from a game's release metadata?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251460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5623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a game's Peak CCU from pricing, platform, and genre metadata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which structured factors most strongly correlate with high engagement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5623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Log-transform Peak CCU (log1p) to handle its extreme right skew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near-empty / unstructured text columns; language, category &amp; tag counts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Linear Regression, then Random Forest / XGBoost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355080" y="237744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675120" y="259689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298094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675120" y="3172968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Games Dataset (Kaggle)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675120" y="363931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675120" y="3831336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125,855 rows × 39 cols → cleaned to 125,854 × 29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675120" y="429768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675120" y="4489704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in text/URL fields (e.g. Reviews 90%, Website 60%) — dropped or imputed; 0 remain after cleaning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0" y="518464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SPLIT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675120" y="5376672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numerical, 3 boolean platform flags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675120" y="584301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675120" y="6035040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capped at the 99th percentile (collector's editions / bundles)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57200" y="6537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_acci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638" y="459486"/>
            <a:ext cx="534924" cy="5349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Aviation Accident Severity Prediction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10104120" y="438912"/>
            <a:ext cx="1874520" cy="384048"/>
          </a:xfrm>
          <a:prstGeom prst="roundRect">
            <a:avLst>
              <a:gd name="adj" fmla="val 19048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104120" y="4389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298448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EEF2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49808" y="1298448"/>
            <a:ext cx="10661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circumstances of a flight — aircraft type, engine type, weather, phase of flight — can we predict accident injury severity to help identify higher-risk conditions?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251460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5623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accident injury severity from structured incident data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which operational/mechanical factors most strongly predict severe outcomes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5623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structured fields; exclude free-text narrative/remarks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messy target labels (e.g. “Fatal(1)”, “Fatal(10)”) into Fatal / Serious / Minor / Incident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classifier with class-weighting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355080" y="237744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675120" y="259689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298094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675120" y="3172968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NTSB Aviation Accident Database, 1962–2023 (Kaggle)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675120" y="363931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675120" y="3831336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88,889 rows × 31 columns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675120" y="429768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675120" y="4489704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Substantial in several fields (Aircraft.Category ~64%, Schedule ~86%) — impute “Unknown” or drop sparse ID columns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0" y="518464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SPLIT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675120" y="5376672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numerical, 26 categorical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675120" y="584301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675120" y="6035040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Engines has implausible values (0 or very high)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57200" y="6537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icon_weat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638" y="459486"/>
            <a:ext cx="534924" cy="5349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4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62179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Weather Temperature Prediction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10104120" y="438912"/>
            <a:ext cx="18745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104120" y="4389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1298448"/>
            <a:ext cx="11247120" cy="960120"/>
          </a:xfrm>
          <a:prstGeom prst="roundRect">
            <a:avLst>
              <a:gd name="adj" fmla="val 5714"/>
            </a:avLst>
          </a:prstGeom>
          <a:solidFill>
            <a:srgbClr val="EEF2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49808" y="1298448"/>
            <a:ext cx="10661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conditions affect everything from outdoor equipment performance to flight safety. Can air temperature be predicted from other atmospheric measurements?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251460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5623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temperature (°C) from humidity, wind, pressure &amp; visibility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which atmospheric variables most strongly drive temperature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709160"/>
            <a:ext cx="5623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constant “Loud Cover” column and duplicate rows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Apparent Temperature as a feature — it correlates 0.99 with the target and would leak the answer</a:t>
            </a:r>
            <a:endParaRPr lang="en-US" sz="130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Linear Regression, then Random Forest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355080" y="237744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675120" y="259689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298094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675120" y="3172968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in Szeged, Hungary, 2006–2016 (Kaggle)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675120" y="363931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675120" y="3831336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96.5k rows × 12 cols → cleaned to 96,429 × 11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675120" y="429768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675120" y="4489704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517 nulls in Precip Type; all other columns complete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0" y="495604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SPLIT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675120" y="5148072"/>
            <a:ext cx="4709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numerical, 4 categorical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675120" y="561441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675120" y="5806440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Humidity/Pressure = 0 treated as sensor error; high wind speeds capped, not dropped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57200" y="6537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Topics Summary</a:t>
            </a: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2011680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AD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Turbofan Engine Pressure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HPC Outlet Static Pressure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Steam Game Popularity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125,855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CCU (log-transformed)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Aviation Accident Severity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Injury Severity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Temperature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96,429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(°C)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241005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5561045"/>
            <a:ext cx="5120640" cy="673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dataset needs 15k+ rows and 10+ columns — all four topics</a:t>
            </a:r>
            <a:endParaRPr lang="en-US" sz="1350" dirty="0"/>
          </a:p>
          <a:p>
            <a:pPr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text-based datasets — all four use structured/tabular data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804</Words>
  <Application>Microsoft Office PowerPoint</Application>
  <PresentationFormat>Widescreen</PresentationFormat>
  <Paragraphs>129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Qaem Abdulhadi Mahdi Jasim Hasan Albaqal</cp:lastModifiedBy>
  <cp:revision>6</cp:revision>
  <dcterms:created xsi:type="dcterms:W3CDTF">2026-08-06T06:26:46Z</dcterms:created>
  <dcterms:modified xsi:type="dcterms:W3CDTF">2026-08-06T07:07:56Z</dcterms:modified>
</cp:coreProperties>
</file>