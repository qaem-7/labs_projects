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51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BOOTCAMP CAPSTONE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12890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Talk #1: Pitch + Problem Statement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 — problem statement, goals, approach, data, and EDA findings for each.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43000" y="47091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931920" y="47091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720840" y="47091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509760" y="47091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3152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Qaem Albaqal – DSB – 2</a:t>
            </a:r>
            <a:endParaRPr lang="en-US" sz="1600" dirty="0"/>
          </a:p>
        </p:txBody>
      </p:sp>
      <p:pic>
        <p:nvPicPr>
          <p:cNvPr id="26" name="Picture 25" descr="General Assembly Logo PNG Vectors Free Download">
            <a:extLst>
              <a:ext uri="{FF2B5EF4-FFF2-40B4-BE49-F238E27FC236}">
                <a16:creationId xmlns:a16="http://schemas.microsoft.com/office/drawing/2014/main" id="{61F90A25-1A1D-CF8B-8F53-1330494F7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391" y="5725391"/>
            <a:ext cx="1132609" cy="1132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" y="459486"/>
            <a:ext cx="534924" cy="53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Turbofan Engine Pressure Prediction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104120" y="438912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04120" y="438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298448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 on jet engines can degrade, fail, or give noisy readings under extreme conditions. If the HPC outlet static pressure sensor fails mid-flight, can we estimate it from the engine's other readings to keep the aircraft flying safely?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HPC Outlet Static Pressure using other sensors and operating settings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“virtual sensor” regression model to act as a fail-safe backup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engine metrics (temps, speeds) matter most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olling </a:t>
            </a: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5-cycle sensor averages, engine wear-stage bins, compressor thermal ratio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sensor units (°R→°C, psia→bar) before modeling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Regression, then Random Forest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2377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25968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298094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172968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Turbofan Degradation Simulation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(FD001-train, Kaggle)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6393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83133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 rows  ×  26 columns (raw)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29768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489704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(0 nulls across all columns)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49560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514807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numerical, 1 categorical (after feature engineering)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75120" y="561441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75120" y="58064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likely reflect valid operating states — plan to cap via a robust scaler rather than remove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7C60B36-2CB5-99FD-6A2E-717920D02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079" y="2424279"/>
            <a:ext cx="1637522" cy="10916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" y="459486"/>
            <a:ext cx="534924" cy="53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Game Popularity Prediction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104120" y="438912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04120" y="438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298448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games release on Steam each year — most never gain traction, while a few capture massive, highly engaged audiences. Can peak concurrent players be predicted from a game's release metadata?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game's Peak CCU from pricing, platform, and genre metadata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structured factors most strongly correlate with high engagement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Peak CCU (log1p) to handle its extreme right skew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near-empty / unstructured text columns; language, category &amp; tag counts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Regression, then Random Forest / XGBoost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2377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25968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298094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172968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Games Dataset (Kaggle)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6393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83133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125,855 rows × 39 cols → cleaned to 125,854 × 29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29768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4897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 text/URL fields (e.g. Reviews 90%, Website 60%) — dropped or imputed; 0 remain after cleaning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51846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537667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numerical, 3 boolean platform flags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75120" y="584301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75120" y="6035040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capped at the 99th percentile (collector's editions / bundles)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882664-3B0E-3CD4-E669-FCBBDAE65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278" y="2441448"/>
            <a:ext cx="1125271" cy="1125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acci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" y="417922"/>
            <a:ext cx="534924" cy="53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Aviation Accident Severity Prediction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104120" y="438912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04120" y="438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298448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circumstances of a flight — aircraft type, engine type, weather, phase of flight — can we predict accident injury severity to help identify higher-risk conditions?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accident injury severity from structured incident data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which operational/mechanical factors most strongly predict severe outcomes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structured fields; exclude free-text narrative/remarks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messy target labels (e.g. “Fatal(1)”, “Fatal(10)”) into Fatal / Serious / Minor / Incident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with class-weighting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2377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25968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298094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172968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NTSB Aviation Accident Database, 1962–2023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6393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83133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88,889 rows × 31 columns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29768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4897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in several fields (Aircraft.Category ~64%, Schedule ~86%) — impute “Unknown” or drop sparse ID columns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51846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537667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numerical, 26 categorical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75120" y="584301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75120" y="6035040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Engines has implausible values (0 or very high)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B1A3D43-3410-3238-C85C-66B7E1019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813" y="2413304"/>
            <a:ext cx="1870788" cy="1048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w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" y="459486"/>
            <a:ext cx="534924" cy="53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Temperature Prediction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104120" y="438912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04120" y="4389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EEF2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298448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affect everything from outdoor equipment performance to flight safety. Can air temperature be predicted from other atmospheric measurements?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temperature (°C) from humidity, wind, pressure &amp; visibility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which atmospheric variables most strongly drive temperature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constant “Loud Cover” column and duplicate rows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Apparent Temperature as a feature — it correlates 0.99 with the target and would leak the answer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Regression, then Random Forest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23774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25968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298094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172968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 Szeged, Hungary, 2006–2016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63931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83133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96.5k rows × 12 cols → cleaned to 96,429 × 11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29768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489704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 nulls in Precip Type; all other columns complete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49560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514807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numerical, 4 categorical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75120" y="561441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75120" y="58064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Humidity/Pressure = 0 treated as sensor error; high wind speeds capped, not dropped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03580B7-2CED-5F74-B0BA-D6A4AAE68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185" y="2428494"/>
            <a:ext cx="1981889" cy="1196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8249" y="132213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8249" y="177954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Topics Summary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201951"/>
              </p:ext>
            </p:extLst>
          </p:nvPr>
        </p:nvGraphicFramePr>
        <p:xfrm>
          <a:off x="563880" y="2423160"/>
          <a:ext cx="11064240" cy="20116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Turbofan Engine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 Outlet Static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 Game Popularity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125,855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CCU (log-transformed)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Aviation Accident 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 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Temperature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3F878DE1-C420-2060-F7EE-F24BECBC84DF}"/>
              </a:ext>
            </a:extLst>
          </p:cNvPr>
          <p:cNvSpPr/>
          <p:nvPr/>
        </p:nvSpPr>
        <p:spPr>
          <a:xfrm>
            <a:off x="648391" y="6078266"/>
            <a:ext cx="4671753" cy="459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for my lead instructor, Hussain Amer and the IA’s Jubran and Fatema Alghallaf. Also, thanks for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ms.Esraa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Haji from our guest audience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805</Words>
  <Application>Microsoft Office PowerPoint</Application>
  <PresentationFormat>Widescreen</PresentationFormat>
  <Paragraphs>130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Qaem Abdulhadi Mahdi Jasim Hasan Albaqal</cp:lastModifiedBy>
  <cp:revision>12</cp:revision>
  <dcterms:created xsi:type="dcterms:W3CDTF">2026-08-06T06:26:46Z</dcterms:created>
  <dcterms:modified xsi:type="dcterms:W3CDTF">2026-08-06T10:12:33Z</dcterms:modified>
</cp:coreProperties>
</file>