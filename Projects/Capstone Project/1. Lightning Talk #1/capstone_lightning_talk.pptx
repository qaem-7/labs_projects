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351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 · LT #1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128903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Talk #1: Pitch + Problem Statement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topics — problem statement, goals, approach, data, and EDA findings for each.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14300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93192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72084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950976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Qaem Albaqal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Turbofan Engine Pressure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sensors on jet engines can degrade, fail, or give noisy readings under extreme conditions. If the HPC outlet static pressure sensor fails mid-flight, can we estimate it from the engine's other readings to keep the aircraft flying safely?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HPC Outlet Static Pressure using other sensors and operating settings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“virtual sensor” regression model to act as a fail-safe backup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engine metrics (temps, speeds) matter most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features: rolling 5-cycle sensor averages, engine wear-stage bins, compressor thermal ratio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sensor units (°R→°C, psia→bar) before modeling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C-MAPSS Turbofan Degradation Simulation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(FD001, 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20,631 rows  ×  26 columns (raw)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found (0 nulls across all columns)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9560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1480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numerical, 1 categorical (after feature engineering)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6144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5806440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values likely reflect valid operating states — plan to cap via a robust scaler rather than remove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06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7C60B36-2CB5-99FD-6A2E-717920D02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079" y="2424279"/>
            <a:ext cx="1637522" cy="10916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g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Steam Game Popularity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thousands of games release on Steam each year — most never gain traction, while a few capture massive, highly engaged audiences. Can peak concurrent players be predicted from a game's release metadata?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game's Peak CCU from pricing, platform, and genre metadata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structured factors most strongly correlate with high engagement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 Peak CCU (log1p) to handle its extreme right skew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near-empty / unstructured text columns; language, category &amp; tag counts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 / XGBoost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Dataset 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125,855 rows × 39 cols → cleaned to 125,854 × 29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text/URL fields (e.g. Reviews 90%, Website 60%) — dropped or imputed; 0 remain after cleaning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51846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3766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numerical, 3 boolean platform flags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8430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6035040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capped at the 99th percentile (collector's editions / bundles)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06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3882664-3B0E-3CD4-E669-FCBBDAE65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8278" y="2441448"/>
            <a:ext cx="1125271" cy="11252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acci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Aviation Accident Severity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circumstances of a flight — aircraft type, engine type, weather, phase of flight — can we predict accident injury severity to help identify higher-risk conditions?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accident injury severity from structured incident data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which operational/mechanical factors most strongly predict severe outcomes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structured fields; exclude free-text narrative/remarks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messy target labels (e.g. “Fatal(1)”, “Fatal(10)”) into Fatal / Serious / Minor / Incident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 with class-weighting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NTSB Aviation Accident Database, 1962–2023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88,889 rows × 31 columns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 in several fields (Aircraft.Category ~64%, Schedule ~86%) — impute “Unknown” or drop sparse ID columns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51846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3766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numerical, 26 categorical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8430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6035040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Engines has implausible values (0 or very high)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06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B1A3D43-3410-3238-C85C-66B7E1019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7813" y="2413304"/>
            <a:ext cx="1870788" cy="10483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w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4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 Temperature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conditions affect everything from outdoor equipment performance to flight safety. Can air temperature be predicted from other atmospheric measurements?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temperature (°C) from humidity, wind, pressure &amp; visibility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which atmospheric variables most strongly drive temperature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constant “Loud Cover” column and duplicate rows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Apparent Temperature as a feature — it correlates 0.99 with the target and would leak the answer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in Szeged, Hungary, 2006–2016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96.5k rows × 12 cols → cleaned to 96,429 × 11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 nulls in Precip Type; all other columns complete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9560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1480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numerical, 4 categorical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6144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5806440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Humidity/Pressure = 0 treated as sensor error; high wind speeds capped, not dropped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06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03580B7-2CED-5F74-B0BA-D6A4AAE68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7185" y="2428494"/>
            <a:ext cx="1981889" cy="1196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Topics Summary</a:t>
            </a: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01168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Turbofan Engine Pressure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HPC Outlet Static Pressure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 Game Popularity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125,855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CCU (log-transformed)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Aviation Accident 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Injury 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Temperature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96,429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24100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5561045"/>
            <a:ext cx="5120640" cy="67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dataset needs 15k+ rows and 10+ columns — all four topics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text-based datasets — all four use structured/tabular data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804</Words>
  <Application>Microsoft Office PowerPoint</Application>
  <PresentationFormat>Widescreen</PresentationFormat>
  <Paragraphs>132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Qaem Abdulhadi Mahdi Jasim Hasan Albaqal</cp:lastModifiedBy>
  <cp:revision>7</cp:revision>
  <dcterms:created xsi:type="dcterms:W3CDTF">2026-08-06T06:26:46Z</dcterms:created>
  <dcterms:modified xsi:type="dcterms:W3CDTF">2026-08-06T07:15:02Z</dcterms:modified>
</cp:coreProperties>
</file>